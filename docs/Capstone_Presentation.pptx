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Evidence, decisions and an inspectable research trail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The analyst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Scout a role → compare evidence → confirm identity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Plan the XI and every bowling over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Inspect uncertainty → preserve the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Evidence and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6,392 eligible men’s matches; 141,377 player-match records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Strict dates, archive hashes and phase reconciliation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Unique unregistered planning IDs; partial roster verification disclosed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Supported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Exactly eleven; overseas, keeper and role constraints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36 PP / 60 middle / 24 death balls; max 24 per player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Availability, locks, styles and explicit cost assumptions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The bounded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Approved tools retrieve the active scenario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Only locally rendered tool facts reach the brief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Deferred excess calls, scoped cache and outage clearing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Prediction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Training before 2023; validation 2023; test 2024 onward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Research model failed the stronger baseline gate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Serve baseline; keep model results open to scrutiny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Private session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Random session + franchise scope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No legacy shared journal reads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Export work; authenticated team accounts remain future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Interface and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Ten franchise accents and bundled crests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IPL vector text mark; Light and Dark modes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Responsive typography and themed research tables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Actual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31 core regressions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41 workflow checks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5 local browser checks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100">
                <a:solidFill>
                  <a:srgbClr val="FF8798"/>
                </a:solidFill>
              </a:defRPr>
            </a:pPr>
            <a:r>
              <a:t>BOUNDARY / CAPSTONE RESEARCH                   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3600">
                <a:solidFill>
                  <a:srgbClr val="E8EDF1"/>
                </a:solidFill>
              </a:defRPr>
            </a:pPr>
            <a:r>
              <a:t>Remaining evidence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Verify complete current squads and availability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Authenticate durable shared team access</a:t>
            </a:r>
          </a:p>
          <a:p>
            <a:pPr>
              <a:spcAft>
                <a:spcPts val="2400"/>
              </a:spcAft>
              <a:defRPr sz="2400">
                <a:solidFill>
                  <a:srgbClr val="A8B8C5"/>
                </a:solidFill>
              </a:defRPr>
            </a:pPr>
            <a:r>
              <a:t>Measure expert usefulness and live provider quality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