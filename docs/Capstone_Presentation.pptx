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6B55"/>
                </a:solidFill>
              </a:defRPr>
            </a:pPr>
            <a:r>
              <a:t>BOUNDARY / CAPSTONE RESEARCH                       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>
                <a:solidFill>
                  <a:srgbClr val="182D32"/>
                </a:solidFill>
                <a:latin typeface="Georgia"/>
              </a:defRPr>
            </a:pPr>
            <a:r>
              <a:t>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Franchise research studio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One integrated capstone release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18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6B55"/>
                </a:solidFill>
              </a:defRPr>
            </a:pPr>
            <a:r>
              <a:t>BOUNDARY / CAPSTONE RESEARCH                       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>
                <a:solidFill>
                  <a:srgbClr val="182D32"/>
                </a:solidFill>
                <a:latin typeface="Georgia"/>
              </a:defRPr>
            </a:pPr>
            <a:r>
              <a:t>The decision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Find a role-fit player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Compare evidence and uncertainty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Rebuild an XI after an exclusion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Preserve a defensible 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6B55"/>
                </a:solidFill>
              </a:defRPr>
            </a:pPr>
            <a:r>
              <a:t>BOUNDARY / CAPSTONE RESEARCH                       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>
                <a:solidFill>
                  <a:srgbClr val="182D32"/>
                </a:solidFill>
                <a:latin typeface="Georgia"/>
              </a:defRPr>
            </a:pPr>
            <a:r>
              <a:t>The evidence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6,392 eligible men’s matches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141,377 named player-match records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IPL · BBL · SMAT · Hundred · T20I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Source hashes and strict match-date cutoffs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6B55"/>
                </a:solidFill>
              </a:defRPr>
            </a:pPr>
            <a:r>
              <a:t>BOUNDARY / CAPSTONE RESEARCH                       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>
                <a:solidFill>
                  <a:srgbClr val="182D32"/>
                </a:solidFill>
                <a:latin typeface="Georgia"/>
              </a:defRPr>
            </a:pPr>
            <a:r>
              <a:t>Scouting and observed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Pool-relative scores with 120-ball shrinkage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Phase-specific batting and bowling comparisons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Reproducible match-bootstrap intervals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No claim of competition-strength translation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6B55"/>
                </a:solidFill>
              </a:defRPr>
            </a:pPr>
            <a:r>
              <a:t>BOUNDARY / CAPSTONE RESEARCH                       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>
                <a:solidFill>
                  <a:srgbClr val="182D32"/>
                </a:solidFill>
                <a:latin typeface="Georgia"/>
              </a:defRPr>
            </a:pPr>
            <a:r>
              <a:t>Exact XI and budget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11 players · overseas and role constraints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Locks, exclusions and full-bench scoring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Editable scenario prices and budget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Explicit planning assumptions, not official certification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6B55"/>
                </a:solidFill>
              </a:defRPr>
            </a:pPr>
            <a:r>
              <a:t>BOUNDARY / CAPSTONE RESEARCH                       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>
                <a:solidFill>
                  <a:srgbClr val="182D32"/>
                </a:solidFill>
                <a:latin typeface="Georgia"/>
              </a:defRPr>
            </a:pPr>
            <a:r>
              <a:t>DeepSeek 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Question → approved tool calls → cited brief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Numerical tools own calculations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Private server-side key configuration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Bounded calls, trace, cache and journal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6B55"/>
                </a:solidFill>
              </a:defRPr>
            </a:pPr>
            <a:r>
              <a:t>BOUNDARY / CAPSTONE RESEARCH                       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>
                <a:solidFill>
                  <a:srgbClr val="182D32"/>
                </a:solidFill>
                <a:latin typeface="Georgia"/>
              </a:defRPr>
            </a:pPr>
            <a:r>
              <a:t>Prediction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One shared evaluation and serving pipeline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Train before 2023 · validate 2023 · test 2024–2026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Post-toss 54.88% accuracy on 215 matches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95% interval 48.20–61.39%; Brier 0.248129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6B55"/>
                </a:solidFill>
              </a:defRPr>
            </a:pPr>
            <a:r>
              <a:t>BOUNDARY / CAPSTONE RESEARCH                        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>
                <a:solidFill>
                  <a:srgbClr val="182D32"/>
                </a:solidFill>
                <a:latin typeface="Georgia"/>
              </a:defRPr>
            </a:pPr>
            <a:r>
              <a:t>Validation and honest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37 offline behavioral checks passed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12 UI workflow checks passed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Desktop and mobile rendering inspected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Live AI quality and expert review remain unvalidated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6B55"/>
                </a:solidFill>
              </a:defRPr>
            </a:pPr>
            <a:r>
              <a:t>BOUNDARY / CAPSTONE RESEARCH                        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>
                <a:solidFill>
                  <a:srgbClr val="182D32"/>
                </a:solidFill>
                <a:latin typeface="Georgia"/>
              </a:defRPr>
            </a:pPr>
            <a:r>
              <a:t>SWOT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Strength: uploaded history and exact local tools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Weakness: old prices and unverified availability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Opportunity: traceable scouting decisions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Threat: stale data, unsupported claims and API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6B55"/>
                </a:solidFill>
              </a:defRPr>
            </a:pPr>
            <a:r>
              <a:t>BOUNDARY / CAPSTONE RESEARCH                       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>
                <a:solidFill>
                  <a:srgbClr val="182D32"/>
                </a:solidFill>
                <a:latin typeface="Georgia"/>
              </a:defRPr>
            </a:pPr>
            <a:r>
              <a:t>Demonstration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Scout → compare → inspect dossier → solve XI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Inspect forecast calibration and source evidence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Save a decision and collect a real review</a:t>
            </a:r>
          </a:p>
          <a:p>
            <a:pPr>
              <a:spcAft>
                <a:spcPts val="2200"/>
              </a:spcAft>
              <a:defRPr sz="2500">
                <a:solidFill>
                  <a:srgbClr val="344D4E"/>
                </a:solidFill>
              </a:defRPr>
            </a:pPr>
            <a:r>
              <a:t>Low infrastructure cost; transparent decision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